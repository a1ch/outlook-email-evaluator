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AWARENESS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Email Evaluator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Detection  </a:t>
            </a:r>
            <a:pPr indent="0" marL="0">
              <a:buNone/>
            </a:pPr>
            <a:r>
              <a:rPr lang="en-US" sz="18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Real-Time Security Education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detector — a tool that teaches your team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threats on their 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640080"/>
            <a:ext cx="2286000" cy="228600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960120"/>
            <a:ext cx="1645920" cy="1645920"/>
          </a:xfrm>
          <a:prstGeom prst="ellipse">
            <a:avLst/>
          </a:prstGeom>
          <a:solidFill>
            <a:srgbClr val="0078D4">
              <a:alpha val="40000"/>
            </a:srgbClr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9601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468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via 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383280"/>
            <a:ext cx="2468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↑87%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clicks after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training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383280"/>
            <a:ext cx="24688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4360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 to fade 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reinforce every 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Stream-Flo Group of Companies  |  IT 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Training Has a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take security training once a year — then forget it by the next phishing email.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54864" cy="8961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819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training fades fast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0939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forget 70%+ of security training within a week. One-time courses don't stick.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807208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07208"/>
            <a:ext cx="54864" cy="8961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07208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843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evolve constantly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1181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tactics change faster than training cycles. Last year's examples don't catch today's threats.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31336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31336"/>
            <a:ext cx="54864" cy="8961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31336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867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leads to mistakes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142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fear, and authority in emails bypass rational thinking — even for trained employees.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1148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737360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4A6"/>
                </a:solidFill>
              </a:rPr>
              <a:t>TRADITIONAL APPROACH vs OURS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121408"/>
            <a:ext cx="4114800" cy="402336"/>
          </a:xfrm>
          <a:prstGeom prst="rect">
            <a:avLst/>
          </a:prstGeom>
          <a:solidFill>
            <a:srgbClr val="E8F0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1214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212140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KnowBe4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Training)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78040" y="212140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Evaluator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 Learning)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542032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5420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254203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Once/year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254203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every 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962656"/>
            <a:ext cx="4114800" cy="402336"/>
          </a:xfrm>
          <a:prstGeom prst="rect">
            <a:avLst/>
          </a:prstGeom>
          <a:solidFill>
            <a:srgbClr val="F9FB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9626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29626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78040" y="29626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emails, real context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38328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338328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338328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78040" y="338328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red flags NOW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803904"/>
            <a:ext cx="4114800" cy="402336"/>
          </a:xfrm>
          <a:prstGeom prst="rect">
            <a:avLst/>
          </a:prstGeom>
          <a:solidFill>
            <a:srgbClr val="F9FB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80390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380390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score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380390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in plain English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224528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2245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Cost?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422452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 per user/yr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8040" y="422452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THE EDUCATION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Is a Teaching Moment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Results don't just say what's wrong — they explain why it's dangerous and how to catch it next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108960" cy="3154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310896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📧  Email Evaluator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283464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128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🎣  PHISHING  |  Risk: 95/100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2834640" cy="274320"/>
          </a:xfrm>
          <a:prstGeom prst="rect">
            <a:avLst/>
          </a:prstGeom>
          <a:solidFill>
            <a:srgbClr val="1E3A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🚩  Sender address doesn't match display name    ▼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2834640" cy="685800"/>
          </a:xfrm>
          <a:prstGeom prst="rect">
            <a:avLst/>
          </a:prstGeom>
          <a:solidFill>
            <a:srgbClr val="162535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92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28090"/>
                </a:solidFill>
              </a:rPr>
              <a:t>WHAT'S HAPPENING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31455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C4E8"/>
                </a:solidFill>
              </a:rPr>
              <a:t>The display name says 'Microsoft' but the actual email came from a different domain. Attackers do this because most people only read the name.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2834640" cy="594360"/>
          </a:xfrm>
          <a:prstGeom prst="rect">
            <a:avLst/>
          </a:prstGeom>
          <a:solidFill>
            <a:srgbClr val="0C2233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1246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B4A6"/>
                </a:solidFill>
              </a:rPr>
              <a:t>💡 HOW TO SPOT THIS YOURSELF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FA8C8"/>
                </a:solidFill>
              </a:rPr>
              <a:t>Always hover over or click the sender name to reveal the actual email address. If the domain doesn't match who they claim to be, it's suspicious.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4315968"/>
            <a:ext cx="2834640" cy="475488"/>
          </a:xfrm>
          <a:prstGeom prst="rect">
            <a:avLst/>
          </a:prstGeom>
          <a:solidFill>
            <a:srgbClr val="1A3028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34256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B4A6"/>
                </a:solidFill>
              </a:rPr>
              <a:t>📚  REMEMBER FOR NEXT TIME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" y="44622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FC8A8"/>
                </a:solidFill>
              </a:rPr>
              <a:t>The display name is just a label — anyone can set it to anything. The email address is the truth.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49040" y="1783080"/>
            <a:ext cx="50292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783080"/>
            <a:ext cx="54864" cy="9326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2020824"/>
            <a:ext cx="457200" cy="457200"/>
          </a:xfrm>
          <a:prstGeom prst="ellipse">
            <a:avLst/>
          </a:prstGeom>
          <a:solidFill>
            <a:srgbClr val="CC0000">
              <a:alpha val="15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840" y="1847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Finding Cards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21214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 flag is a collapsible card. Tap to expand and see exactly what the attacker is doing and why it fools people — written in plain English, no IT jargon.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834640"/>
            <a:ext cx="50292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2834640"/>
            <a:ext cx="54864" cy="9326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86200" y="3072384"/>
            <a:ext cx="457200" cy="4572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34840" y="28986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 Yourself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34840" y="3172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includes a practical tip the user can apply to ANY future email — not just this one. Building habits, not just awareness.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3886200"/>
            <a:ext cx="50292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49040" y="3886200"/>
            <a:ext cx="54864" cy="93268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123944"/>
            <a:ext cx="457200" cy="457200"/>
          </a:xfrm>
          <a:prstGeom prst="ellipse">
            <a:avLst/>
          </a:prstGeom>
          <a:solidFill>
            <a:srgbClr val="00B4A6">
              <a:alpha val="1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4840" y="39502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For Next Time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34840" y="42245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memorable takeaway at the bottom of every result. One sentence the user will actually retain and use.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— No Training Required to Use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extension runs silently in the background. Users just click Analyze when something feels off.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84708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auto-detects the open email in Outlook Web and shows a sidebar panel on the right.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2834640"/>
            <a:ext cx="164592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304288" y="271576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50592" y="173736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7373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184708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50592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42032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42032" y="336499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tap. Email content, links, and attachments are sent to Claude AI for analysis.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62272" y="2834640"/>
            <a:ext cx="164592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480560" y="271576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26864" y="173736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7373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58384" y="184708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18304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18304" y="336499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evaluates phishing risk, spam probability, link destinations, attachment types, and social engineering tactics.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38544" y="2834640"/>
            <a:ext cx="164592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656832" y="271576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03136" y="173736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17373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34656" y="184708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3136" y="2487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94576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Decide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94576" y="336499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in seconds with verdict, risk scores, explained findings, and a lesson to take forward.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8F0F8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✓  Works in Chrome, Edge, Firefox, and Desktop Outlook  |  ✓  No user data stored  |  ✓  API key stored locally only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WHAT IT DETECTS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Threat Coverage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54864" cy="10789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755648"/>
            <a:ext cx="457200" cy="457200"/>
          </a:xfrm>
          <a:prstGeom prst="ellipse">
            <a:avLst/>
          </a:prstGeom>
          <a:solidFill>
            <a:srgbClr val="CC0000">
              <a:alpha val="15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Spear Phishing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 attempts, fake login pages, impersonation of executives or IT — scored 0–100 with plain-English explanation of each tactic used.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44475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44752"/>
            <a:ext cx="54864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1755648"/>
            <a:ext cx="457200" cy="457200"/>
          </a:xfrm>
          <a:prstGeom prst="ellipse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Unwanted Email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0" y="181051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insurance pitches, unsolicited offers — correctly classified as SPAM (not SUSPICIOUS), so users learn the difference.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51760"/>
            <a:ext cx="54864" cy="10789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962656"/>
            <a:ext cx="457200" cy="457200"/>
          </a:xfrm>
          <a:prstGeom prst="ellipse">
            <a:avLst/>
          </a:prstGeom>
          <a:solidFill>
            <a:srgbClr val="CC0000">
              <a:alpha val="15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724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Fraud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3017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hard-flag — any request for gift cards is immediately marked PHISHING at 99/100, regardless of how it's worded. No AI call needed.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65176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651760"/>
            <a:ext cx="54864" cy="10789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2962656"/>
            <a:ext cx="457200" cy="4572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724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Safelink Deception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0" y="3017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Trend Micro URL Defense and Outlook SafeLinks to reveal real destinations. Flags domain mismatches directly in the email body.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58768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58768"/>
            <a:ext cx="54864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4169664"/>
            <a:ext cx="457200" cy="457200"/>
          </a:xfrm>
          <a:prstGeom prst="ellipse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560" y="3931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Attachments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51560" y="422452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Pre-scan on email open — .html, .js, .ps1, .exe, .docm and 15+ other risky file types trigger immediate red banners before analysis.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858768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858768"/>
            <a:ext cx="54864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4169664"/>
            <a:ext cx="457200" cy="457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0" y="3931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0" y="422452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fear, authority, and pressure tactics identified and explained — users learn WHY these psychological tricks work on people.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PRIVACY &amp;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Corporate IT Trust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54864" cy="10424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737360"/>
            <a:ext cx="438912" cy="438912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37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1508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Locally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792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Anthropic API key never leaves your browser. It's stored in Chrome's local extension storage — not on any server.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444752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44752"/>
            <a:ext cx="54864" cy="10424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1737360"/>
            <a:ext cx="438912" cy="438912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737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77256" y="1508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Only to Anthropic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77256" y="1792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content is transmitted only to the Anthropic API for analysis. It is never stored by the extension or any third party.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54864" cy="104241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907792"/>
            <a:ext cx="438912" cy="438912"/>
          </a:xfrm>
          <a:prstGeom prst="ellipse">
            <a:avLst/>
          </a:prstGeom>
          <a:solidFill>
            <a:srgbClr val="107C10">
              <a:alpha val="15000"/>
            </a:srgbClr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07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🗑️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42416" y="26791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Auto-Delete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296265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automatically deletes all API data after 7 days. Your email content is never used for AI model training.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615184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615184"/>
            <a:ext cx="54864" cy="10424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2907792"/>
            <a:ext cx="438912" cy="438912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907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77256" y="26791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77256" y="296265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is whitelisted. Every email — including from internal senders — is analyzed on content alone. Compromised accounts are a real threat.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85616"/>
            <a:ext cx="54864" cy="10424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4078224"/>
            <a:ext cx="438912" cy="438912"/>
          </a:xfrm>
          <a:prstGeom prst="ellipse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78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42416" y="38496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Analytics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" y="413308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trackers, no data brokers, no advertising. The extension has no telemetry and collects no usage data.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785616"/>
            <a:ext cx="41605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785616"/>
            <a:ext cx="54864" cy="10424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4078224"/>
            <a:ext cx="438912" cy="438912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4078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💻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77256" y="38496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Auditable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77256" y="413308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available on GitHub. Any IT or security team can audit exactly what the extension does before deploying.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v1.0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417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/ Firefox extensions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3865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threat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revelation &amp; safelinks decode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2278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risk detection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6484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sender detection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4069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fraud hard-flag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4897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findings with plain-English tips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v2.0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 PROGRESS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 (no user API key needed)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3865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Auto-analyze on email open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history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32278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 listing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36484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Outlook Add-in (built)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141732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v3.0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1417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PLANNED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44768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enterprise rollout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23865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SharePoint incident reporting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44768" y="28072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of analysis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32278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threat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44768" y="36484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reporting for IT security team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78D4">
              <a:alpha val="8000"/>
            </a:srgbClr>
          </a:solidFill>
          <a:ln w="12700">
            <a:solidFill>
              <a:srgbClr val="0078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2743200" cy="27432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8288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READY TO DEPLOY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Telling Employees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Threats.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Them.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Outlook Email Evaluator turns every suspicious email into 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lesson — delivered in real time, in plain English,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inside their inbox.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37744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 on GitHub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3657600"/>
            <a:ext cx="2377440" cy="457200"/>
          </a:xfrm>
          <a:prstGeom prst="rect">
            <a:avLst/>
          </a:prstGeom>
          <a:solidFill>
            <a:srgbClr val="0A254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Request a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licensing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while it protects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5570"/>
                </a:solidFill>
              </a:rPr>
              <a:t>Stream-Flo Group of Companies  |  github.com/a1ch/outlook-email-evaluator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Outlook Email Evaluator — Security Awareness Platform</dc:title>
  <dc:subject>PptxGenJS Presentation</dc:subject>
  <dc:creator>PptxGenJS</dc:creator>
  <cp:lastModifiedBy>PptxGenJS</cp:lastModifiedBy>
  <cp:revision>1</cp:revision>
  <dcterms:created xsi:type="dcterms:W3CDTF">2026-03-23T02:10:23Z</dcterms:created>
  <dcterms:modified xsi:type="dcterms:W3CDTF">2026-03-23T02:10:23Z</dcterms:modified>
</cp:coreProperties>
</file>